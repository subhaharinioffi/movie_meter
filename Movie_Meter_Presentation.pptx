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0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5400" b="1">
                <a:solidFill>
                  <a:srgbClr val="FFD54F"/>
                </a:solidFill>
                <a:latin typeface="Georgia"/>
              </a:defRPr>
            </a:pPr>
            <a:r>
              <a:t>MOVIE METER</a:t>
            </a:r>
          </a:p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AI-Powered Cinema Success</a:t>
            </a:r>
            <a:br/>
            <a:r>
              <a:t>Analytics Platform</a:t>
            </a:r>
          </a:p>
          <a:p>
            <a:pPr>
              <a:defRPr sz="1400">
                <a:solidFill>
                  <a:srgbClr val="FAFAFA"/>
                </a:solidFill>
                <a:latin typeface="Arial"/>
              </a:defRPr>
            </a:pPr>
            <a:r>
              <a:t>Designed for South Indian Cinema Catalog Acquisitions</a:t>
            </a:r>
          </a:p>
        </p:txBody>
      </p:sp>
      <p:pic>
        <p:nvPicPr>
          <p:cNvPr id="3" name="Picture 2" descr="hero_banner_mockup_17858310728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518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D001A"/>
                </a:solidFill>
                <a:latin typeface="Georgia"/>
              </a:defRPr>
            </a:pPr>
            <a:r>
              <a:t>The Business Problem: Capital Risk in Acquisitions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Traditional catalog licensing for OTT platforms carries severe premium cost risks.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Pre-production budget planning is frequently based on subjective actor/director packaging.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Standard predictive systems rely on ticket counts or ratings, which suffer from data leakage.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Movie Meter provides a standardized benchmark framework for movie quality categorization before release.</a:t>
            </a:r>
          </a:p>
        </p:txBody>
      </p:sp>
      <p:pic>
        <p:nvPicPr>
          <p:cNvPr id="4" name="Picture 3" descr="movie_showcase_mockup_17858311094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067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D001A"/>
                </a:solidFill>
                <a:latin typeface="Georgia"/>
              </a:defRPr>
            </a:pPr>
            <a:r>
              <a:t>Technical Architecture &amp;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Memory-Efficient IMDb TSV Datasets Joining: Extracts region and language codes across 1.3 GB of official records chunk-by-chunk under low RAM bounds.</a:t>
            </a:r>
          </a:p>
          <a:p>
            <a:pPr>
              <a:spcAft>
                <a:spcPts val="16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smoothed Out-of-Fold Target Encoding: Calculates cross-validated rating distributions for actors and directors to index their reputation without data leakage.</a:t>
            </a:r>
          </a:p>
          <a:p>
            <a:pPr>
              <a:spcAft>
                <a:spcPts val="16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Custom preprocessing: Cleans duration profiles using median estimators and bins content ratings into certification nodes (G, PG, PG-13, 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001A"/>
                </a:solidFill>
                <a:latin typeface="Courier New"/>
              </a:defRPr>
            </a:pPr>
            <a:r>
              <a:t>IMDb Basics &amp; Ratings  ──&gt;  Filter (Tamil/IN releases)  ──&gt;  smoothed Encoding  ──&gt;  XGBoost Classifier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D001A"/>
                </a:solidFill>
                <a:latin typeface="Georgia"/>
              </a:defRPr>
            </a:pPr>
            <a:r>
              <a:t>Model Benchmarks &amp; Hyperparameters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XGBoost Classifier selected for classification boundary accuracy.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5-Fold Stratified CV Accuracy: 62.1% | ROC-AUC: 73.0%.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Outperforms baseline Logistic Regression configurations by ~12% on low/high class margins.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Optimal parameters: estimators=300, max_depth=6, learning_rate=0.03, subsample=0.8.</a:t>
            </a:r>
          </a:p>
        </p:txBody>
      </p:sp>
      <p:pic>
        <p:nvPicPr>
          <p:cNvPr id="4" name="Picture 3" descr="success_gauge_mockup_17858310364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067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D001A"/>
                </a:solidFill>
                <a:latin typeface="Georgia"/>
              </a:defRPr>
            </a:pPr>
            <a:r>
              <a:t>The Tech Stack &amp; Enterprise SaaS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Frontend Interface: Built using Streamlit framework with responsive HTML container overrides.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SaaS Aesthetic: Inter and Poppins font typography paired with Font Awesome v6 vector icons.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Interactive Plots: Plotly Express gauges and histograms.</a:t>
            </a:r>
          </a:p>
          <a:p>
            <a:pPr>
              <a:spcAft>
                <a:spcPts val="1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Digital Match: Automated OTT acquisition recommendation index logic.</a:t>
            </a:r>
          </a:p>
        </p:txBody>
      </p:sp>
      <p:pic>
        <p:nvPicPr>
          <p:cNvPr id="4" name="Picture 3" descr="revenue_chart_mockup_17858310894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067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