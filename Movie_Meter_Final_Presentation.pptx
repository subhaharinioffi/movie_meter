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0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400" b="1">
                <a:solidFill>
                  <a:srgbClr val="FFD54F"/>
                </a:solidFill>
                <a:latin typeface="Georgia"/>
              </a:defRPr>
            </a:pPr>
            <a:r>
              <a:t>MOVIE METER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Problem: Film budget packaging and digital acquisitions suffer from massive financial risks due to subjective intuition and pre-release data voids.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Solution: A predictive analytics dashboard classifying movie profiles (High/Medium/Low) before shooting or distribution bidding.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Methodology: Resolves superstar casting coefficients in a leak-free out-of-fold reputation mapping index.</a:t>
            </a:r>
          </a:p>
        </p:txBody>
      </p:sp>
      <p:pic>
        <p:nvPicPr>
          <p:cNvPr id="3" name="Picture 2" descr="hero_banner_mockup_17858310728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25518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D001A"/>
                </a:solidFill>
                <a:latin typeface="Georgia"/>
              </a:defRPr>
            </a:pPr>
            <a:r>
              <a:t>Machine Learning Technique &amp;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Model Selection: Trained on XGBoost Classifier, outperforming Random Forest and Gradient Boosting baselines by ~12% on margin classes.</a:t>
            </a:r>
          </a:p>
          <a:p>
            <a:pPr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Reputation Encoding: Computes smoothed out-of-fold average rating mapping to quantify director and actor performance historical profiles.</a:t>
            </a:r>
          </a:p>
          <a:p>
            <a:pPr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Stratified 5-Fold Cross-Validation: Yields a validation accuracy of 62.1% and ROC-AUC of 73.0% under zero data leakage conditions.</a:t>
            </a:r>
          </a:p>
          <a:p>
            <a:pPr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Hyperparameters: n_estimators=300, max_depth=6, learning_rate=0.03, subsample=0.8.</a:t>
            </a:r>
          </a:p>
        </p:txBody>
      </p:sp>
      <p:pic>
        <p:nvPicPr>
          <p:cNvPr id="4" name="Picture 3" descr="success_gauge_mockup_17858310364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30672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D001A"/>
                </a:solidFill>
                <a:latin typeface="Georgia"/>
              </a:defRPr>
            </a:pPr>
            <a:r>
              <a:t>System Architecture &amp; Processing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Data Ingestion: Chunk-based extraction of region/language indicators across 1.3 GB of official IMDb TSV datasets.</a:t>
            </a:r>
          </a:p>
          <a:p>
            <a:pPr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Preprocessing Pipeline: Handles median imputation for runtime deviations and buckets content ratings into standard certification bins.</a:t>
            </a:r>
          </a:p>
          <a:p>
            <a:pPr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Inference &amp; Output: XGBoost classifies screenplay configurations, feeding Plotly rendering engines and distribution recommendation layers.</a:t>
            </a:r>
          </a:p>
          <a:p>
            <a:pPr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Export Engine: Programmatic generation of technical reports (PDF) and investor presentations (PPTX).</a:t>
            </a:r>
          </a:p>
        </p:txBody>
      </p:sp>
      <p:pic>
        <p:nvPicPr>
          <p:cNvPr id="4" name="Picture 3" descr="movie_showcase_mockup_17858311094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30672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D001A"/>
                </a:solidFill>
                <a:latin typeface="Georgia"/>
              </a:defRPr>
            </a:pPr>
            <a:r>
              <a:t>Tech Stack Selection Rationales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XGBoost Classifier: Selected for its capability to optimize gradients on tabular datasets, handling sparse target encoded director/actor features efficiently.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Streamlit (Python): Chosen to write light-theme web frontends with high-fidelity styles, maintaining reactive rendering states without separate server frameworks.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Plotly Engine: Provides responsive vector indicators and gauge charts that support custom color overlays.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t>• ReportLab &amp; python-pptx: Programmatic file compiles to output physical PDF report and PowerPoint presentations dynamically.</a:t>
            </a:r>
          </a:p>
        </p:txBody>
      </p:sp>
      <p:pic>
        <p:nvPicPr>
          <p:cNvPr id="4" name="Picture 3" descr="revenue_chart_mockup_17858310894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30672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0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54F"/>
                </a:solidFill>
                <a:latin typeface="Georgia"/>
              </a:defRPr>
            </a:pPr>
            <a:r>
              <a:t>Concluding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Movie Meter establishes a leak-free predictive framework for pre-release cinema classification.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Drives capital efficiency for production companies and OTT acquisition managers by linking predictions directly to box office ROI ranges.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Provides widescreen 16:9 investor slide deck compilations (PPTX) and technical PDF reports dynamically.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Deliverable package is fully deployed on GitHub and executed live on Streamlit Community Cloud.</a:t>
            </a:r>
          </a:p>
        </p:txBody>
      </p:sp>
      <p:pic>
        <p:nvPicPr>
          <p:cNvPr id="4" name="Picture 3" descr="audience_insights_mockup_17858310565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3067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